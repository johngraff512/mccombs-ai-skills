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8" r:id="rId2"/>
    <p:sldMasterId id="2147483658" r:id="rId3"/>
    <p:sldMasterId id="214748366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5900"/>
    <a:srgbClr val="333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9"/>
    <p:restoredTop sz="94694"/>
  </p:normalViewPr>
  <p:slideViewPr>
    <p:cSldViewPr snapToGrid="0" snapToObjects="1">
      <p:cViewPr varScale="1">
        <p:scale>
          <a:sx n="124" d="100"/>
          <a:sy n="12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333F48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7B-6D4D-BB24-B94AAB631A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7B-6D4D-BB24-B94AAB631A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7B-6D4D-BB24-B94AAB631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1491839"/>
        <c:axId val="281493471"/>
      </c:barChart>
      <c:catAx>
        <c:axId val="28149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333F4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493471"/>
        <c:crosses val="autoZero"/>
        <c:auto val="1"/>
        <c:lblAlgn val="ctr"/>
        <c:lblOffset val="100"/>
        <c:noMultiLvlLbl val="0"/>
      </c:catAx>
      <c:valAx>
        <c:axId val="281493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491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333F4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A015816-BC17-1042-88FE-7B0898E03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84" y="4792336"/>
            <a:ext cx="7886700" cy="82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032FA2-FBF8-5444-9102-340A17383D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384" y="5706736"/>
            <a:ext cx="7886700" cy="82557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B3A919B-E14F-CF4F-9BC8-D617F8B853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0384" y="2468464"/>
            <a:ext cx="7886700" cy="1716959"/>
          </a:xfrm>
        </p:spPr>
        <p:txBody>
          <a:bodyPr/>
          <a:lstStyle>
            <a:lvl1pPr>
              <a:lnSpc>
                <a:spcPts val="4000"/>
              </a:lnSpc>
              <a:spcBef>
                <a:spcPts val="0"/>
              </a:spcBef>
              <a:defRPr sz="4800" b="1" i="0" cap="all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CD78985-5C21-E146-999A-FA7BB16AE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84" y="597695"/>
            <a:ext cx="4498394" cy="914400"/>
          </a:xfrm>
        </p:spPr>
        <p:txBody>
          <a:bodyPr/>
          <a:lstStyle>
            <a:lvl1pPr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11778C-184F-C043-9ABD-A3268314ED17}"/>
              </a:ext>
            </a:extLst>
          </p:cNvPr>
          <p:cNvCxnSpPr/>
          <p:nvPr userDrawn="1"/>
        </p:nvCxnSpPr>
        <p:spPr>
          <a:xfrm>
            <a:off x="628650" y="4373465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84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C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C0BA4F2-97A8-9A44-BBBC-94C240B69C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84" y="4792336"/>
            <a:ext cx="7886700" cy="825578"/>
          </a:xfrm>
        </p:spPr>
        <p:txBody>
          <a:bodyPr/>
          <a:lstStyle>
            <a:lvl1pPr>
              <a:defRPr>
                <a:solidFill>
                  <a:srgbClr val="C159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B3CCBC9-89DD-0540-8D6B-44928F22D8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384" y="5706736"/>
            <a:ext cx="7886700" cy="82557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rgbClr val="C159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7A0C680F-F68A-C843-B97A-61A4360ECB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0384" y="2468464"/>
            <a:ext cx="7886700" cy="1716959"/>
          </a:xfrm>
        </p:spPr>
        <p:txBody>
          <a:bodyPr/>
          <a:lstStyle>
            <a:lvl1pPr>
              <a:lnSpc>
                <a:spcPts val="4000"/>
              </a:lnSpc>
              <a:spcBef>
                <a:spcPts val="0"/>
              </a:spcBef>
              <a:defRPr sz="4800" b="1" i="0" cap="all" baseline="0">
                <a:solidFill>
                  <a:srgbClr val="C15900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09D69-2810-EB47-8A08-291BB99BC6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84" y="597695"/>
            <a:ext cx="4498394" cy="914400"/>
          </a:xfrm>
        </p:spPr>
        <p:txBody>
          <a:bodyPr/>
          <a:lstStyle>
            <a:lvl1pPr>
              <a:defRPr sz="1600" b="1">
                <a:solidFill>
                  <a:srgbClr val="C15900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E5ACDE-70F3-D646-BDE7-9C937F5639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45813" y="297581"/>
            <a:ext cx="2736850" cy="3429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C7C22A-1D6A-9A43-8FCF-59BF0EEDA565}"/>
              </a:ext>
            </a:extLst>
          </p:cNvPr>
          <p:cNvCxnSpPr/>
          <p:nvPr userDrawn="1"/>
        </p:nvCxnSpPr>
        <p:spPr>
          <a:xfrm>
            <a:off x="628650" y="4373465"/>
            <a:ext cx="5619750" cy="0"/>
          </a:xfrm>
          <a:prstGeom prst="line">
            <a:avLst/>
          </a:prstGeom>
          <a:ln w="19050">
            <a:solidFill>
              <a:srgbClr val="C15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34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4088BD-696F-9448-A791-DF641E41F9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8C1154-EA6A-3246-A97C-F4542A83B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448" y="2355574"/>
            <a:ext cx="10923104" cy="1246464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7A6C08C-7032-3545-845E-3E8352F91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48" y="3602038"/>
            <a:ext cx="1092310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3030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F184-BBC3-F84A-A7D2-F11E3B6A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73057-E531-EC4F-B8FB-C7B16C334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371726"/>
            <a:ext cx="10439400" cy="40595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2624216-C82A-9B48-940D-1F4FC86665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518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7F14-CF79-FE48-9549-C5872F77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D354F-4698-E84F-81D3-43F53D86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1726"/>
            <a:ext cx="10515600" cy="40813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7111F03-09BF-6447-B89F-08666DF482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7496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278D-A0F2-E249-ACF8-F26116827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50096"/>
            <a:ext cx="10515600" cy="1312379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D5D34-D9F2-1C4A-990A-587A789DA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333F4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D60A2BA-634E-D44F-9AE2-5400C1FBA5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487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D7CA-435F-1F42-99A9-90E89D87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7F24-8B28-1643-B011-E865D0AA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71725"/>
            <a:ext cx="5181600" cy="40377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D8E05-5941-7C4D-B266-7C05CBB27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71725"/>
            <a:ext cx="5181600" cy="40377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013E9C-0E3A-1F40-BA36-EBFA7F3AD1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567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CCA6-396C-2F4E-9EB7-6422A938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22474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69464-72B1-6D4F-B86A-29A5389E5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48036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A8205-C24D-E348-A38F-8A92AEC36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62424"/>
            <a:ext cx="5157787" cy="3329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DC9EE-D81A-6945-AEBA-B3432C0F0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8036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C843A-CDBF-7641-83A9-100B4CB75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62424"/>
            <a:ext cx="5183188" cy="3329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A4F63F-3B9C-F14A-B203-2603979404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359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0873-A3E9-D342-8153-1C4CFF0D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7315A7-DC65-2249-9684-2E560FB8DF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101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4319A2E-E5E9-4C4A-8A4D-C35EC15769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162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0CB9-0DB6-2F4E-AD90-0281F8FF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9715"/>
            <a:ext cx="3932237" cy="148519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310A6-53F5-464B-A375-B80CC28D2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79715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76C67-C1A3-414B-BDA7-9DFCBD6A2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905"/>
            <a:ext cx="3932237" cy="3926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543F03B-44D3-B34F-97F6-D429D90A0B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646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1527C-AA8E-1044-95C1-92C3176FB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09600"/>
            <a:ext cx="7008812" cy="6248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FC96946-399F-AF4E-A49C-EA0C3C3CC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4A1EC9-1328-F147-8712-8C6FC825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9715"/>
            <a:ext cx="3932237" cy="148519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1F23BF5-98C1-4947-86A5-079A4443E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905"/>
            <a:ext cx="3932237" cy="3926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925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64E417-E830-A34D-A42A-77F35ACBB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448" y="2355574"/>
            <a:ext cx="10923104" cy="1246464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EFEFD8E-4266-C746-A5E4-2303D2BD8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48" y="3602038"/>
            <a:ext cx="1092310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3611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713EE6C-F963-704B-A953-3BD211683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0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AE465B3-0168-B741-8693-0F854B168A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24466"/>
            <a:ext cx="10439400" cy="40595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0861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D5C32C-2ACB-F04D-9FDD-16C2032C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01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5995B3-7A47-4342-A5E4-FB30CD952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465"/>
            <a:ext cx="10515600" cy="40813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572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25BA7DA-16E6-F044-A46E-F7EB8C53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50096"/>
            <a:ext cx="10515600" cy="1312379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C3F7925-1C2B-2F4B-B11C-36FF30331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333F4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3809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3C9CF6B-12CC-C546-AEA1-3A88F48D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0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BC1D56-2769-4444-AD84-F8DC10C9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65"/>
            <a:ext cx="5181600" cy="40377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80F285B-3CD0-6644-AE94-69B96B005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65"/>
            <a:ext cx="5181600" cy="40377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8593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2D165B-1775-EC47-B474-EFA9D0B3F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448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36E9D90-BC22-B745-AC37-254F5E43F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20044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36F9DAE-2F23-424E-893B-C2BC5CB90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34432"/>
            <a:ext cx="5157787" cy="3329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C923291-DF45-4C49-95D5-A1AC5AE58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20044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77FD64B-4E08-3249-A0A8-2A9FE87CC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34432"/>
            <a:ext cx="5183188" cy="3329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97672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B6FE43B-FC79-6A4D-900C-3D33827C2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01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2197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75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F929DCE-AC1C-794B-BDBE-F4C5ED0F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2089"/>
            <a:ext cx="3932237" cy="148519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D600EF-CABB-9444-9640-BAFF79AFA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92089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6163EB-ED1D-0042-A0D1-57B2E9010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77279"/>
            <a:ext cx="3932237" cy="3926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04560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4B387AC-675C-E042-A013-4A3EA7126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0926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A32D9E-8995-F64E-A641-E9DD0F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0115"/>
            <a:ext cx="3932237" cy="148519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689072F-4479-B845-B26D-0700F27F4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55305"/>
            <a:ext cx="3932237" cy="3926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3501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D46C-D4F1-8040-ADAB-68A5FF630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D9C1-38FF-044D-9CDB-EB975C970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A99A208-CEA2-D840-AD36-513C90989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5993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4B3A43-48F5-A94C-9110-1E331664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232E245-2CB0-5F48-B11A-09ABA7DD1A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371726"/>
            <a:ext cx="10439400" cy="40595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04070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591297C-E8BD-304A-8316-64604F985F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D00C48-D64E-5440-B76A-67EA2E9D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2A537E-9544-8E4A-8C8D-B7619D398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1726"/>
            <a:ext cx="10515600" cy="40813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1043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ACF7FB3-8D25-7345-9AE8-66FF88092E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4AC767-17FA-DA4D-B3CD-357F8497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50096"/>
            <a:ext cx="10515600" cy="1312379"/>
          </a:xfrm>
        </p:spPr>
        <p:txBody>
          <a:bodyPr anchor="t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9323A9-21DF-1D45-A355-0C8F61881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11421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276168-0938-FE43-9AAB-58B98CC063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47B0A7-46D8-4043-A0F0-B2F74972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9487BF-6E6C-D44C-979C-3A4183E32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71725"/>
            <a:ext cx="5181600" cy="40377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D4959D-452E-1A42-8E43-A94DE5322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71725"/>
            <a:ext cx="5181600" cy="40377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2416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4EE712-BD42-E745-87B4-90358E7DA4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F76624-B427-3843-A716-4653E105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22474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F36366-E84D-434E-91D9-266B6CFFE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48036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531D581-26BA-8E4A-845B-66A81CB9F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62424"/>
            <a:ext cx="5157787" cy="3329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B447343-AE9B-9844-A937-A449F86D2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8036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F86729F0-EB78-844F-9BC0-3E7BD463A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62424"/>
            <a:ext cx="5183188" cy="3329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6604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BE23E0F-3FA6-CE4C-8601-C663F81FDD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FC852A-CB8A-5D4E-828C-337AEB5A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97994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883A3ED-B9E8-2F49-95F3-D51544206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292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5A29906-787B-5C4F-A500-5104936C8A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C00E08-37F8-9A43-837B-3399C7F4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9715"/>
            <a:ext cx="3932237" cy="148519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61E328-364F-2F4F-B352-B2689970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79715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FFC88EB-E2BB-0E4F-862B-1F7E69DD2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905"/>
            <a:ext cx="3932237" cy="3926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0905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89ED73-1E51-E74C-98EC-508CC19C44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3761" y="0"/>
            <a:ext cx="5920575" cy="605214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240A332-33B3-DF4A-84E3-10E368B7D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09600"/>
            <a:ext cx="7008812" cy="6248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C17F31-323C-1442-BAC6-00E885DB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9715"/>
            <a:ext cx="3932237" cy="148519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C5F0B01-546E-0A47-B47B-F90497D94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905"/>
            <a:ext cx="3932237" cy="3926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30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5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DADD44-8B1E-864A-BD7C-84FF396EA9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5813" y="297581"/>
            <a:ext cx="2736850" cy="342900"/>
          </a:xfrm>
          <a:prstGeom prst="rect">
            <a:avLst/>
          </a:prstGeom>
        </p:spPr>
      </p:pic>
      <p:sp>
        <p:nvSpPr>
          <p:cNvPr id="15" name="Title Placeholder 7">
            <a:extLst>
              <a:ext uri="{FF2B5EF4-FFF2-40B4-BE49-F238E27FC236}">
                <a16:creationId xmlns:a16="http://schemas.microsoft.com/office/drawing/2014/main" id="{C4DB6162-A27B-F048-A0AC-3E4259BA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468465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0399E89-AD43-7443-BF59-578BC8291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4792336"/>
            <a:ext cx="7886700" cy="673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sp>
        <p:nvSpPr>
          <p:cNvPr id="17" name="Date Placeholder 5">
            <a:extLst>
              <a:ext uri="{FF2B5EF4-FFF2-40B4-BE49-F238E27FC236}">
                <a16:creationId xmlns:a16="http://schemas.microsoft.com/office/drawing/2014/main" id="{A3B2C18D-CA6C-3346-94EB-5D813158A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384" y="59769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XX</a:t>
            </a:r>
          </a:p>
        </p:txBody>
      </p:sp>
      <p:sp>
        <p:nvSpPr>
          <p:cNvPr id="18" name="Footer Placeholder 10">
            <a:extLst>
              <a:ext uri="{FF2B5EF4-FFF2-40B4-BE49-F238E27FC236}">
                <a16:creationId xmlns:a16="http://schemas.microsoft.com/office/drawing/2014/main" id="{95C61904-4A3C-F84E-9729-D9F153D33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384" y="5617914"/>
            <a:ext cx="5348134" cy="869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b="1" dirty="0"/>
              <a:t>PRESENTER OR SPEAKER NAME</a:t>
            </a:r>
          </a:p>
          <a:p>
            <a:r>
              <a:rPr lang="en-US" dirty="0"/>
              <a:t>Position/Role, The University of Texas at Austin</a:t>
            </a:r>
          </a:p>
        </p:txBody>
      </p:sp>
    </p:spTree>
    <p:extLst>
      <p:ext uri="{BB962C8B-B14F-4D97-AF65-F5344CB8AC3E}">
        <p14:creationId xmlns:p14="http://schemas.microsoft.com/office/powerpoint/2010/main" val="63180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</p:sldLayoutIdLst>
  <p:txStyles>
    <p:titleStyle>
      <a:lvl1pPr algn="l" defTabSz="914400" rtl="0" eaLnBrk="1" latinLnBrk="0" hangingPunct="1">
        <a:lnSpc>
          <a:spcPts val="4060"/>
        </a:lnSpc>
        <a:spcBef>
          <a:spcPct val="0"/>
        </a:spcBef>
        <a:buNone/>
        <a:defRPr sz="4800" kern="1200" cap="all" baseline="0">
          <a:solidFill>
            <a:schemeClr val="bg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78505-5272-424B-90E0-58E60BB5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1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4BDB6-51CB-CC4B-9A1E-1BFC566B6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06662"/>
            <a:ext cx="10515600" cy="3946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7E4D2-D2F9-D740-9725-D75C198D69AA}"/>
              </a:ext>
            </a:extLst>
          </p:cNvPr>
          <p:cNvSpPr/>
          <p:nvPr userDrawn="1"/>
        </p:nvSpPr>
        <p:spPr>
          <a:xfrm>
            <a:off x="0" y="0"/>
            <a:ext cx="12192000" cy="61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0026B-6145-344D-9715-D8D7D1C289A5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51349" y="134748"/>
            <a:ext cx="27368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3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8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F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F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F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F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F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78505-5272-424B-90E0-58E60BB5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0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4BDB6-51CB-CC4B-9A1E-1BFC566B6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7589"/>
            <a:ext cx="10515600" cy="4081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3C4B9-0EB8-9443-A345-99E41167D05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145813" y="6339584"/>
            <a:ext cx="27368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1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F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F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F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F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F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3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78505-5272-424B-90E0-58E60BB5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1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4BDB6-51CB-CC4B-9A1E-1BFC566B6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06662"/>
            <a:ext cx="10515600" cy="3946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7E4D2-D2F9-D740-9725-D75C198D69AA}"/>
              </a:ext>
            </a:extLst>
          </p:cNvPr>
          <p:cNvSpPr/>
          <p:nvPr userDrawn="1"/>
        </p:nvSpPr>
        <p:spPr>
          <a:xfrm>
            <a:off x="0" y="0"/>
            <a:ext cx="12192000" cy="6123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EAFFE-3AB0-EB4D-AA4B-71A16AFDC29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51349" y="134748"/>
            <a:ext cx="27368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6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90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bg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s.utexas.edu/display/texasmccombscommunications/Logos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ikis.utexas.edu/display/texasmccombscommunications/Color" TargetMode="External"/><Relationship Id="rId4" Type="http://schemas.openxmlformats.org/officeDocument/2006/relationships/hyperlink" Target="https://wikis.utexas.edu/display/texasmccombscommunications/Typography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hyperlink" Target="https://wikis.utexas.edu/display/texasmccombscommunications/Illustration" TargetMode="Externa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BCE29F-50BC-864A-B30C-EDE95E399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Insert your subtitle or any additional description text here up to two lines of text or you can delete this text box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F957DB-F96A-2A45-BF52-8D36EB5856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PRESENTER OR SPEAKER NAME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Position/Role, The University of Texas at Austin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8077257-5D6F-F148-A2DA-D5094EB85E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 dirty="0"/>
              <a:t>INSERT YOUR </a:t>
            </a:r>
          </a:p>
          <a:p>
            <a:pPr lvl="0"/>
            <a:r>
              <a:rPr lang="en-US" dirty="0"/>
              <a:t>HEADLINES HERE</a:t>
            </a:r>
          </a:p>
          <a:p>
            <a:pPr lvl="0"/>
            <a:r>
              <a:rPr lang="en-US" dirty="0"/>
              <a:t>UP TO 3 LINES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A43E2F2-06F0-0D41-8635-122A9CD27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116255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BCE29F-50BC-864A-B30C-EDE95E399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Insert your subtitle or any additional description text here up to two lines of text or you can delete this text box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F957DB-F96A-2A45-BF52-8D36EB5856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PRESENTER OR SPEAKER NAME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Position/Role, The University of Texas at Austin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8077257-5D6F-F148-A2DA-D5094EB85E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 dirty="0"/>
              <a:t>INSERT YOUR </a:t>
            </a:r>
          </a:p>
          <a:p>
            <a:pPr lvl="0"/>
            <a:r>
              <a:rPr lang="en-US" dirty="0"/>
              <a:t>HEADLINES HERE</a:t>
            </a:r>
          </a:p>
          <a:p>
            <a:pPr lvl="0"/>
            <a:r>
              <a:rPr lang="en-US" dirty="0"/>
              <a:t>UP TO 3 LINES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A43E2F2-06F0-0D41-8635-122A9CD27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105812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2D9D-20DC-814A-823D-256A0ABF9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dirty="0"/>
              <a:t>Keep your slides consistent.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67BF4-F821-794E-9043-B8FE1579DEA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Use McCombs branded fonts, Arial and Georgia.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F237CB-1D9A-C44D-8153-3B2BBCF8E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4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D8CA-FB4D-8243-B411-BB7639AD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41291-AAC1-B848-99C3-FFDD2EF4C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should compliment a presentation and are not meant for reading. 1-3 points per slide.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7CFB7B-D102-054E-9CA5-58C7C0CD19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Option to Place Office or Class Name Here</a:t>
            </a:r>
          </a:p>
        </p:txBody>
      </p:sp>
    </p:spTree>
    <p:extLst>
      <p:ext uri="{BB962C8B-B14F-4D97-AF65-F5344CB8AC3E}">
        <p14:creationId xmlns:p14="http://schemas.microsoft.com/office/powerpoint/2010/main" val="34433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A5F61EF-DC0A-A74B-A31F-BE619DD1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6171"/>
            <a:ext cx="3932237" cy="1600200"/>
          </a:xfrm>
        </p:spPr>
        <p:txBody>
          <a:bodyPr/>
          <a:lstStyle/>
          <a:p>
            <a:r>
              <a:rPr lang="en-US" dirty="0"/>
              <a:t>Brand Guidelines</a:t>
            </a:r>
          </a:p>
        </p:txBody>
      </p:sp>
      <p:pic>
        <p:nvPicPr>
          <p:cNvPr id="19" name="Picture Placeholder 18" descr="A person sitting at a table using a computer&#10;&#10;Description automatically generated">
            <a:extLst>
              <a:ext uri="{FF2B5EF4-FFF2-40B4-BE49-F238E27FC236}">
                <a16:creationId xmlns:a16="http://schemas.microsoft.com/office/drawing/2014/main" id="{20581CEC-622A-1047-8918-8A23238ED9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5220"/>
          <a:stretch/>
        </p:blipFill>
        <p:spPr>
          <a:xfrm>
            <a:off x="5183188" y="609600"/>
            <a:ext cx="7008812" cy="62484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2E8070-7FB3-DB45-8A7A-F910340D9D22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39788" y="2536371"/>
            <a:ext cx="3932237" cy="3811588"/>
          </a:xfrm>
        </p:spPr>
        <p:txBody>
          <a:bodyPr/>
          <a:lstStyle/>
          <a:p>
            <a:r>
              <a:rPr lang="en-US" dirty="0"/>
              <a:t>Reference the Texas McCombs brand website for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logos</a:t>
            </a:r>
            <a:r>
              <a:rPr lang="en-US" dirty="0"/>
              <a:t>,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fonts</a:t>
            </a:r>
            <a:r>
              <a:rPr lang="en-US" dirty="0"/>
              <a:t>, 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colors</a:t>
            </a:r>
            <a:r>
              <a:rPr lang="en-US" dirty="0"/>
              <a:t>, and other helpful tools.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B8CB8-69A6-1C43-9C07-F565D311B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45AFB4-89B6-D248-BB9D-CA857C808E69}"/>
              </a:ext>
            </a:extLst>
          </p:cNvPr>
          <p:cNvSpPr/>
          <p:nvPr/>
        </p:nvSpPr>
        <p:spPr>
          <a:xfrm rot="2287645">
            <a:off x="6539518" y="3549927"/>
            <a:ext cx="44412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Sample Image</a:t>
            </a:r>
          </a:p>
        </p:txBody>
      </p:sp>
    </p:spTree>
    <p:extLst>
      <p:ext uri="{BB962C8B-B14F-4D97-AF65-F5344CB8AC3E}">
        <p14:creationId xmlns:p14="http://schemas.microsoft.com/office/powerpoint/2010/main" val="112935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EB12-96B1-9E4A-95E3-115A19B1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025"/>
            <a:ext cx="10515600" cy="1325563"/>
          </a:xfrm>
        </p:spPr>
        <p:txBody>
          <a:bodyPr/>
          <a:lstStyle/>
          <a:p>
            <a:r>
              <a:rPr lang="en-US" dirty="0"/>
              <a:t>Chart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44EBC5-21A2-A54F-9173-650C724192B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25776388"/>
              </p:ext>
            </p:extLst>
          </p:nvPr>
        </p:nvGraphicFramePr>
        <p:xfrm>
          <a:off x="838200" y="2062163"/>
          <a:ext cx="10515600" cy="394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279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9932-FF15-5043-B9D7-8FCC099A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examples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406010-9D2E-904F-A486-3296A959F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097703"/>
              </p:ext>
            </p:extLst>
          </p:nvPr>
        </p:nvGraphicFramePr>
        <p:xfrm>
          <a:off x="838200" y="2506663"/>
          <a:ext cx="10515600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933966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23258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399413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68078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87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6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0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24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68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138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062736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E1305E-9EEA-6740-A380-03C10261A0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2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6502-BBCE-6C45-BC55-1C04698C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Promote an event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7179B0-C645-6D47-B4BF-8CD14D47B7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F861BF76-7D6D-FD45-9B94-BD93ED18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87" y="2996094"/>
            <a:ext cx="2625090" cy="26250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C8452F-7D25-E642-83E1-87ED250C4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446" y="3050589"/>
            <a:ext cx="2536420" cy="2536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274283-CAE3-6541-813E-365845052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794" y="3003440"/>
            <a:ext cx="2608735" cy="26087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9F6E10-C53C-A841-98F4-A00C0A821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783" y="3053591"/>
            <a:ext cx="2533417" cy="253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5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78E0-A327-FC40-974A-AAF5B568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5245"/>
            <a:ext cx="3932237" cy="1600200"/>
          </a:xfrm>
        </p:spPr>
        <p:txBody>
          <a:bodyPr/>
          <a:lstStyle/>
          <a:p>
            <a:r>
              <a:rPr lang="en-US" dirty="0"/>
              <a:t>Infographic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53F88-B28B-A744-8AFF-957402F4E790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39788" y="2205445"/>
            <a:ext cx="3932237" cy="38115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Use icons or graphics in the area to the right. Feel free to use some </a:t>
            </a:r>
            <a:r>
              <a:rPr lang="en-US" dirty="0">
                <a:hlinkClick r:id="rId2"/>
              </a:rPr>
              <a:t>branded icons</a:t>
            </a:r>
            <a:r>
              <a:rPr lang="en-US" dirty="0"/>
              <a:t> in your presentation. Drag and drop the SVG files for a crisp image with a transparent background.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D73CF0-1435-C54D-810B-7C332D38A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9080" y="4356228"/>
            <a:ext cx="1511125" cy="15111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E38634-E4DB-6C46-900B-32B0503DB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1453" y="1465994"/>
            <a:ext cx="1687397" cy="168739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A9990B8-6570-2E40-A792-360FA72A4B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7145" y="434775"/>
            <a:ext cx="1687397" cy="1687397"/>
          </a:xfrm>
          <a:prstGeom prst="rect">
            <a:avLst/>
          </a:prstGeom>
        </p:spPr>
      </p:pic>
      <p:pic>
        <p:nvPicPr>
          <p:cNvPr id="10" name="Content Placeholder 35">
            <a:extLst>
              <a:ext uri="{FF2B5EF4-FFF2-40B4-BE49-F238E27FC236}">
                <a16:creationId xmlns:a16="http://schemas.microsoft.com/office/drawing/2014/main" id="{0AC64F7F-14A0-6F4D-AE2E-0164E4F9AA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3175" y="3424393"/>
            <a:ext cx="1687397" cy="16873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EAFECAA-AD70-3D47-96FD-B338FE7B6A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19748" y="3684903"/>
            <a:ext cx="1687397" cy="168739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3D0A382-0BCD-4844-9BE2-94B9BDFE66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36462" y="2481688"/>
            <a:ext cx="1687397" cy="168739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5B6C5CC-B175-494D-8327-5DE953ECB1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52182" y="1309155"/>
            <a:ext cx="1687397" cy="16873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BB2F73-BC44-1547-A2BC-AF92217360C1}"/>
              </a:ext>
            </a:extLst>
          </p:cNvPr>
          <p:cNvSpPr txBox="1"/>
          <p:nvPr/>
        </p:nvSpPr>
        <p:spPr>
          <a:xfrm rot="1743995">
            <a:off x="6648835" y="2667795"/>
            <a:ext cx="405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15900"/>
                </a:solidFill>
              </a:rPr>
              <a:t>SAMPLE ICONS</a:t>
            </a:r>
          </a:p>
        </p:txBody>
      </p:sp>
    </p:spTree>
    <p:extLst>
      <p:ext uri="{BB962C8B-B14F-4D97-AF65-F5344CB8AC3E}">
        <p14:creationId xmlns:p14="http://schemas.microsoft.com/office/powerpoint/2010/main" val="60411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5B3F7A2-E8ED-8F46-BEFF-1FEAC8B1F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Charcoal Color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812968B-BD69-E543-A728-C45BF1BAED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Limited use for dramatic effect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3BDCE-8199-0F40-86A8-A61013359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34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F3B5BBBB-CA84-3941-9FB5-55E5A3F4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5" r="9255"/>
          <a:stretch>
            <a:fillRect/>
          </a:stretch>
        </p:blipFill>
        <p:spPr>
          <a:xfrm>
            <a:off x="0" y="603503"/>
            <a:ext cx="12192000" cy="6317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38F292-FC9E-F641-AC52-EEB081E1A5CF}"/>
              </a:ext>
            </a:extLst>
          </p:cNvPr>
          <p:cNvSpPr txBox="1"/>
          <p:nvPr/>
        </p:nvSpPr>
        <p:spPr>
          <a:xfrm rot="1743995">
            <a:off x="4010615" y="1554796"/>
            <a:ext cx="405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15900"/>
                </a:solidFill>
              </a:rPr>
              <a:t>SAMPLE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B581A-3836-D94D-854E-17119699C6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2281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Card">
  <a:themeElements>
    <a:clrScheme name="McCombs">
      <a:dk1>
        <a:srgbClr val="C05900"/>
      </a:dk1>
      <a:lt1>
        <a:srgbClr val="FFFFFF"/>
      </a:lt1>
      <a:dk2>
        <a:srgbClr val="9CACB6"/>
      </a:dk2>
      <a:lt2>
        <a:srgbClr val="D6D2C4"/>
      </a:lt2>
      <a:accent1>
        <a:srgbClr val="C05900"/>
      </a:accent1>
      <a:accent2>
        <a:srgbClr val="9CACB6"/>
      </a:accent2>
      <a:accent3>
        <a:srgbClr val="F7961F"/>
      </a:accent3>
      <a:accent4>
        <a:srgbClr val="FFD600"/>
      </a:accent4>
      <a:accent5>
        <a:srgbClr val="579C41"/>
      </a:accent5>
      <a:accent6>
        <a:srgbClr val="005E86"/>
      </a:accent6>
      <a:hlink>
        <a:srgbClr val="005E86"/>
      </a:hlink>
      <a:folHlink>
        <a:srgbClr val="00A8B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036821-E389-9740-B32D-6F1C18107311}" vid="{97962D0E-F633-724D-8DB3-382B03D96ADA}"/>
    </a:ext>
  </a:extLst>
</a:theme>
</file>

<file path=ppt/theme/theme2.xml><?xml version="1.0" encoding="utf-8"?>
<a:theme xmlns:a="http://schemas.openxmlformats.org/drawingml/2006/main" name="Top Orange Bar">
  <a:themeElements>
    <a:clrScheme name="McCombs">
      <a:dk1>
        <a:srgbClr val="C05900"/>
      </a:dk1>
      <a:lt1>
        <a:srgbClr val="FFFFFF"/>
      </a:lt1>
      <a:dk2>
        <a:srgbClr val="9CACB6"/>
      </a:dk2>
      <a:lt2>
        <a:srgbClr val="D6D2C4"/>
      </a:lt2>
      <a:accent1>
        <a:srgbClr val="C05900"/>
      </a:accent1>
      <a:accent2>
        <a:srgbClr val="9CACB6"/>
      </a:accent2>
      <a:accent3>
        <a:srgbClr val="F7961F"/>
      </a:accent3>
      <a:accent4>
        <a:srgbClr val="FFD600"/>
      </a:accent4>
      <a:accent5>
        <a:srgbClr val="579C41"/>
      </a:accent5>
      <a:accent6>
        <a:srgbClr val="005E86"/>
      </a:accent6>
      <a:hlink>
        <a:srgbClr val="005E86"/>
      </a:hlink>
      <a:folHlink>
        <a:srgbClr val="00A8B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036821-E389-9740-B32D-6F1C18107311}" vid="{8C3CF72D-775A-8942-9274-3E70C90D434F}"/>
    </a:ext>
  </a:extLst>
</a:theme>
</file>

<file path=ppt/theme/theme3.xml><?xml version="1.0" encoding="utf-8"?>
<a:theme xmlns:a="http://schemas.openxmlformats.org/drawingml/2006/main" name="Bottom Color Logo">
  <a:themeElements>
    <a:clrScheme name="McCombs">
      <a:dk1>
        <a:srgbClr val="C05900"/>
      </a:dk1>
      <a:lt1>
        <a:srgbClr val="FFFFFF"/>
      </a:lt1>
      <a:dk2>
        <a:srgbClr val="9CACB6"/>
      </a:dk2>
      <a:lt2>
        <a:srgbClr val="D6D2C4"/>
      </a:lt2>
      <a:accent1>
        <a:srgbClr val="C05900"/>
      </a:accent1>
      <a:accent2>
        <a:srgbClr val="9CACB6"/>
      </a:accent2>
      <a:accent3>
        <a:srgbClr val="F7961F"/>
      </a:accent3>
      <a:accent4>
        <a:srgbClr val="FFD600"/>
      </a:accent4>
      <a:accent5>
        <a:srgbClr val="579C41"/>
      </a:accent5>
      <a:accent6>
        <a:srgbClr val="005E86"/>
      </a:accent6>
      <a:hlink>
        <a:srgbClr val="005E86"/>
      </a:hlink>
      <a:folHlink>
        <a:srgbClr val="00A8B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036821-E389-9740-B32D-6F1C18107311}" vid="{43CCBA94-008E-E347-B4BE-0122FAE4A117}"/>
    </a:ext>
  </a:extLst>
</a:theme>
</file>

<file path=ppt/theme/theme4.xml><?xml version="1.0" encoding="utf-8"?>
<a:theme xmlns:a="http://schemas.openxmlformats.org/drawingml/2006/main" name="Orange Bar / Dark Theme">
  <a:themeElements>
    <a:clrScheme name="McCombs">
      <a:dk1>
        <a:srgbClr val="C05900"/>
      </a:dk1>
      <a:lt1>
        <a:srgbClr val="FFFFFF"/>
      </a:lt1>
      <a:dk2>
        <a:srgbClr val="9CACB6"/>
      </a:dk2>
      <a:lt2>
        <a:srgbClr val="D6D2C4"/>
      </a:lt2>
      <a:accent1>
        <a:srgbClr val="C05900"/>
      </a:accent1>
      <a:accent2>
        <a:srgbClr val="9CACB6"/>
      </a:accent2>
      <a:accent3>
        <a:srgbClr val="F7961F"/>
      </a:accent3>
      <a:accent4>
        <a:srgbClr val="FFD600"/>
      </a:accent4>
      <a:accent5>
        <a:srgbClr val="579C41"/>
      </a:accent5>
      <a:accent6>
        <a:srgbClr val="005E86"/>
      </a:accent6>
      <a:hlink>
        <a:srgbClr val="005E86"/>
      </a:hlink>
      <a:folHlink>
        <a:srgbClr val="00A8B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036821-E389-9740-B32D-6F1C18107311}" vid="{6E0D94B3-EE49-6D4E-9D95-35585E4150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 Card</Template>
  <TotalTime>0</TotalTime>
  <Words>242</Words>
  <Application>Microsoft Macintosh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Title Card</vt:lpstr>
      <vt:lpstr>Top Orange Bar</vt:lpstr>
      <vt:lpstr>Bottom Color Logo</vt:lpstr>
      <vt:lpstr>Orange Bar / Dark Theme</vt:lpstr>
      <vt:lpstr>PowerPoint Presentation</vt:lpstr>
      <vt:lpstr>PowerPoint Presentation</vt:lpstr>
      <vt:lpstr>Keep your slides consistent.</vt:lpstr>
      <vt:lpstr>Limit text</vt:lpstr>
      <vt:lpstr>Brand Guidelines</vt:lpstr>
      <vt:lpstr>Chart Examples</vt:lpstr>
      <vt:lpstr>Table examples</vt:lpstr>
      <vt:lpstr>Promote an event</vt:lpstr>
      <vt:lpstr>Infographic information</vt:lpstr>
      <vt:lpstr>Charcoal Color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Graff</dc:creator>
  <cp:lastModifiedBy>John Graff</cp:lastModifiedBy>
  <cp:revision>1</cp:revision>
  <dcterms:created xsi:type="dcterms:W3CDTF">2024-09-10T17:18:38Z</dcterms:created>
  <dcterms:modified xsi:type="dcterms:W3CDTF">2024-09-10T17:19:04Z</dcterms:modified>
</cp:coreProperties>
</file>